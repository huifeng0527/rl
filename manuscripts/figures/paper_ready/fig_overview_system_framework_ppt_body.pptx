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Vision and State Estimation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346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06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93108" y="1618488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7388" y="1444752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293108" y="2112264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4276" y="2249424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97980" y="348843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988" y="369874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331720" y="348843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69874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293108" y="5061204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7972" y="4878324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93108" y="569214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6260" y="5847588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real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1554480"/>
            <a:ext cx="1627632" cy="107899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simulated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 snapshot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0224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01496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72768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44040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15312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8952" y="1824228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2" y="2093976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952" y="2363724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14984" y="1773936"/>
            <a:ext cx="82296" cy="82296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65960" y="2121408"/>
            <a:ext cx="137160" cy="13716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78992" y="1810512"/>
            <a:ext cx="393192" cy="91440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72184" y="1901952"/>
            <a:ext cx="338328" cy="182879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472184" y="1901952"/>
            <a:ext cx="54864" cy="54864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2761488"/>
            <a:ext cx="162763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66A73"/>
                </a:solidFill>
                <a:latin typeface="Arial"/>
              </a:rPr>
              <a:t>ZPD pursuit task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1216152"/>
            <a:ext cx="1335024" cy="38404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222"/>
                </a:solidFill>
                <a:latin typeface="Arial"/>
              </a:rPr>
              <a:t>CMD-DR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222"/>
                </a:solidFill>
                <a:latin typeface="Arial"/>
              </a:rPr>
              <a:t>patient model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3264408" y="1627632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51760" y="1801368"/>
            <a:ext cx="1335024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Intent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3264408" y="2221992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51760" y="2386584"/>
            <a:ext cx="1335024" cy="4389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Motor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3264408" y="2862072"/>
            <a:ext cx="118872" cy="146304"/>
          </a:xfrm>
          <a:prstGeom prst="down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651760" y="3044952"/>
            <a:ext cx="1335024" cy="493776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Task feedback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O_t, r_t / boundary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07508" y="1097280"/>
            <a:ext cx="3154680" cy="17922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2100" y="1234440"/>
            <a:ext cx="74980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22222"/>
                </a:solidFill>
                <a:latin typeface="Arial"/>
              </a:rPr>
              <a:t>Input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7940" y="1234440"/>
            <a:ext cx="98755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22222"/>
                </a:solidFill>
                <a:latin typeface="Arial"/>
              </a:rPr>
              <a:t>Dual-stream encoder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12379" y="1234440"/>
            <a:ext cx="603504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222222"/>
                </a:solidFill>
                <a:latin typeface="Arial"/>
              </a:rPr>
              <a:t>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7236" y="1499616"/>
            <a:ext cx="82296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spatial state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62372" y="2258568"/>
            <a:ext cx="93268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16-frame history</a:t>
            </a:r>
          </a:p>
        </p:txBody>
      </p:sp>
      <p:sp>
        <p:nvSpPr>
          <p:cNvPr id="60" name="Oval 59"/>
          <p:cNvSpPr/>
          <p:nvPr/>
        </p:nvSpPr>
        <p:spPr>
          <a:xfrm>
            <a:off x="5600700" y="1755648"/>
            <a:ext cx="146304" cy="14630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00700" y="2514600"/>
            <a:ext cx="146304" cy="14630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600700" y="1938528"/>
            <a:ext cx="146304" cy="14630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00700" y="2697480"/>
            <a:ext cx="146304" cy="14630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13348" y="1719072"/>
            <a:ext cx="566928" cy="31089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22222"/>
                </a:solidFill>
                <a:latin typeface="Arial"/>
              </a:rPr>
              <a:t>MLP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3348" y="2468880"/>
            <a:ext cx="566928" cy="31089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22222"/>
                </a:solidFill>
                <a:latin typeface="Arial"/>
              </a:rPr>
              <a:t>LSTM</a:t>
            </a:r>
          </a:p>
        </p:txBody>
      </p:sp>
      <p:sp>
        <p:nvSpPr>
          <p:cNvPr id="66" name="Oval 65"/>
          <p:cNvSpPr/>
          <p:nvPr/>
        </p:nvSpPr>
        <p:spPr>
          <a:xfrm>
            <a:off x="7082028" y="2093976"/>
            <a:ext cx="219456" cy="219456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4868" y="2322576"/>
            <a:ext cx="512064" cy="1463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6A73"/>
                </a:solidFill>
                <a:latin typeface="Arial"/>
              </a:rPr>
              <a:t>fusion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84948" y="2057400"/>
            <a:ext cx="457200" cy="310896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head</a:t>
            </a:r>
          </a:p>
        </p:txBody>
      </p:sp>
      <p:sp>
        <p:nvSpPr>
          <p:cNvPr id="69" name="Oval 68"/>
          <p:cNvSpPr/>
          <p:nvPr/>
        </p:nvSpPr>
        <p:spPr>
          <a:xfrm>
            <a:off x="8106156" y="2121408"/>
            <a:ext cx="201168" cy="201168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95844" y="2359152"/>
            <a:ext cx="5669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747004" y="1828800"/>
            <a:ext cx="466344" cy="45720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47004" y="2587752"/>
            <a:ext cx="466344" cy="36576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780276" y="1874520"/>
            <a:ext cx="301752" cy="329184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80276" y="2203704"/>
            <a:ext cx="301752" cy="420624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301484" y="2203704"/>
            <a:ext cx="283464" cy="9144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042148" y="2212848"/>
            <a:ext cx="64008" cy="9144"/>
          </a:xfrm>
          <a:prstGeom prst="line">
            <a:avLst/>
          </a:prstGeom>
          <a:ln w="8255">
            <a:solidFill>
              <a:srgbClr val="BCCB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085332" y="2834639"/>
            <a:ext cx="1536192" cy="25603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aux dynamics head</a:t>
            </a:r>
          </a:p>
        </p:txBody>
      </p:sp>
      <p:sp>
        <p:nvSpPr>
          <p:cNvPr id="78" name="Down Arrow 77"/>
          <p:cNvSpPr/>
          <p:nvPr/>
        </p:nvSpPr>
        <p:spPr>
          <a:xfrm>
            <a:off x="6825996" y="2761488"/>
            <a:ext cx="109728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own Arrow 78"/>
          <p:cNvSpPr/>
          <p:nvPr/>
        </p:nvSpPr>
        <p:spPr>
          <a:xfrm>
            <a:off x="6825996" y="3099815"/>
            <a:ext cx="109728" cy="109728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131052" y="3209544"/>
            <a:ext cx="1444752" cy="228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PPO update + ZPD reward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5528" y="5079492"/>
            <a:ext cx="1536192" cy="1152144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camera frame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with detections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3271" y="5756148"/>
            <a:ext cx="347472" cy="228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24712" y="5820156"/>
            <a:ext cx="155448" cy="155448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55064" y="5390388"/>
            <a:ext cx="411480" cy="283464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755648" y="5463540"/>
            <a:ext cx="219456" cy="219456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08760" y="5280659"/>
            <a:ext cx="164592" cy="164592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7512" y="6332220"/>
            <a:ext cx="179222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camera frame / detection overlay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624328" y="4750308"/>
            <a:ext cx="1389888" cy="402336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222"/>
                </a:solidFill>
                <a:latin typeface="Arial"/>
              </a:rPr>
              <a:t>async vision thread</a:t>
            </a:r>
          </a:p>
        </p:txBody>
      </p:sp>
      <p:sp>
        <p:nvSpPr>
          <p:cNvPr id="89" name="Down Arrow 88"/>
          <p:cNvSpPr/>
          <p:nvPr/>
        </p:nvSpPr>
        <p:spPr>
          <a:xfrm>
            <a:off x="3264408" y="5180076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624328" y="5335524"/>
            <a:ext cx="13898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YOLO microrobot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3264408" y="5747004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2624328" y="5902452"/>
            <a:ext cx="13898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MediaPipe hand</a:t>
            </a:r>
          </a:p>
        </p:txBody>
      </p:sp>
      <p:sp>
        <p:nvSpPr>
          <p:cNvPr id="93" name="Down Arrow 92"/>
          <p:cNvSpPr/>
          <p:nvPr/>
        </p:nvSpPr>
        <p:spPr>
          <a:xfrm>
            <a:off x="3264408" y="6313932"/>
            <a:ext cx="118872" cy="146304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624328" y="6469380"/>
            <a:ext cx="1389888" cy="4572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state buffer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dead reckoning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2377440" y="5618988"/>
            <a:ext cx="274320" cy="109728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280660" y="5052060"/>
            <a:ext cx="1993392" cy="1225296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annotated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UR10 setup photo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1788" y="6359652"/>
            <a:ext cx="224028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annotated setup photo to be inserted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38644" y="4695444"/>
            <a:ext cx="1060704" cy="38404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20 Hz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control thread</a:t>
            </a:r>
          </a:p>
        </p:txBody>
      </p:sp>
      <p:sp>
        <p:nvSpPr>
          <p:cNvPr id="99" name="Down Arrow 98"/>
          <p:cNvSpPr/>
          <p:nvPr/>
        </p:nvSpPr>
        <p:spPr>
          <a:xfrm>
            <a:off x="7914131" y="5106924"/>
            <a:ext cx="118872" cy="146304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438644" y="5280659"/>
            <a:ext cx="1060704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UR10 RTDE</a:t>
            </a:r>
          </a:p>
        </p:txBody>
      </p:sp>
      <p:sp>
        <p:nvSpPr>
          <p:cNvPr id="101" name="Down Arrow 100"/>
          <p:cNvSpPr/>
          <p:nvPr/>
        </p:nvSpPr>
        <p:spPr>
          <a:xfrm>
            <a:off x="7914131" y="5646420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484364" y="5829300"/>
            <a:ext cx="969264" cy="45720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sp>
        <p:nvSpPr>
          <p:cNvPr id="103" name="Down Arrow 102"/>
          <p:cNvSpPr/>
          <p:nvPr/>
        </p:nvSpPr>
        <p:spPr>
          <a:xfrm>
            <a:off x="7914131" y="6313931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438644" y="6469379"/>
            <a:ext cx="1060704" cy="38404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835140" y="5372100"/>
            <a:ext cx="722376" cy="539496"/>
          </a:xfrm>
          <a:prstGeom prst="line">
            <a:avLst/>
          </a:prstGeom>
          <a:ln w="12700">
            <a:solidFill>
              <a:srgbClr val="C9252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963156" y="5966460"/>
            <a:ext cx="621792" cy="603504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