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27D7B0-51FD-441A-966D-194C635058D0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3DA1A-85A6-48E2-9B50-A9EC90A05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388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Adaptive Difficulty Regulation in Magnetic Microrobot-Based Upper-Limb Rehabilitation via League-Trained Reinforcement Learning</a:t>
            </a:r>
            <a:endParaRPr lang="zh-CN" altLang="zh-C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DA1A-85A6-48E2-9B50-A9EC90A052F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03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oio.io/platform/cube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ackaday.io/project/181818/gallery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lgdxrobot.uk/lgdxrobot2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cults3d.com/en/3d-model/game/esp-roll-an-fpv-esp32-spherical-robot-rc-ball-bot-3d-design-stl-files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双轮差速驱动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最容易做到微型化，但横向运动必须通过转向或圆弧完成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oio_body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77949"/>
            <a:ext cx="5074920" cy="38061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92531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dirty="0" err="1">
                <a:solidFill>
                  <a:srgbClr val="606C77"/>
                </a:solidFill>
                <a:latin typeface="Microsoft YaHei"/>
              </a:rPr>
              <a:t>代表实物：Sony</a:t>
            </a:r>
            <a:r>
              <a:rPr sz="1000" b="0" dirty="0">
                <a:solidFill>
                  <a:srgbClr val="606C77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606C77"/>
                </a:solidFill>
                <a:latin typeface="Microsoft YaHei"/>
              </a:rPr>
              <a:t>toio</a:t>
            </a:r>
            <a:r>
              <a:rPr sz="1000" b="0" dirty="0">
                <a:solidFill>
                  <a:srgbClr val="606C77"/>
                </a:solidFill>
                <a:latin typeface="Microsoft YaHei"/>
              </a:rPr>
              <a:t> Core </a:t>
            </a:r>
            <a:r>
              <a:rPr sz="1000" b="0" dirty="0" err="1">
                <a:solidFill>
                  <a:srgbClr val="606C77"/>
                </a:solidFill>
                <a:latin typeface="Microsoft YaHei"/>
              </a:rPr>
              <a:t>Cube（商用</a:t>
            </a:r>
            <a:r>
              <a:rPr sz="1000" b="0" dirty="0">
                <a:solidFill>
                  <a:srgbClr val="606C77"/>
                </a:solidFill>
                <a:latin typeface="Microsoft YaHei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7592" y="2650477"/>
            <a:ext cx="4773168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机理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左右两轮独立调速，直接控制线速度v和角速度ω；属于非完整约束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代表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商用toio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 32×32×20 mm</a:t>
            </a:r>
            <a:endParaRPr lang="en-US" sz="1420" b="0" dirty="0">
              <a:solidFill>
                <a:srgbClr val="252F39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速度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toio最高350 mm/s</a:t>
            </a:r>
            <a:endParaRPr lang="en-US" sz="1420" b="0" dirty="0">
              <a:solidFill>
                <a:srgbClr val="252F39"/>
              </a:solidFill>
              <a:latin typeface="Microsoft YaHei"/>
            </a:endParaRP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0" dirty="0">
                <a:solidFill>
                  <a:srgbClr val="252F39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三轮全向轮驱动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三个120°布置的全向轮能够直接产生任意平移与旋转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obot_soccer_omni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09907"/>
            <a:ext cx="5074919" cy="37514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925312"/>
            <a:ext cx="4892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606C77"/>
                </a:solidFill>
                <a:latin typeface="Microsoft YaHei"/>
              </a:rPr>
              <a:t>Robot Soccer </a:t>
            </a:r>
            <a:r>
              <a:rPr sz="1000" b="0" dirty="0" err="1">
                <a:solidFill>
                  <a:srgbClr val="606C77"/>
                </a:solidFill>
                <a:latin typeface="Microsoft YaHei"/>
              </a:rPr>
              <a:t>Kit（三全向轮科研</a:t>
            </a:r>
            <a:r>
              <a:rPr sz="1000" b="0" dirty="0">
                <a:solidFill>
                  <a:srgbClr val="606C77"/>
                </a:solidFill>
                <a:latin typeface="Microsoft YaHei"/>
              </a:rPr>
              <a:t>/</a:t>
            </a:r>
            <a:r>
              <a:rPr sz="1000" b="0" dirty="0" err="1">
                <a:solidFill>
                  <a:srgbClr val="606C77"/>
                </a:solidFill>
                <a:latin typeface="Microsoft YaHei"/>
              </a:rPr>
              <a:t>开源平台</a:t>
            </a:r>
            <a:r>
              <a:rPr sz="1000" b="0" dirty="0">
                <a:solidFill>
                  <a:srgbClr val="606C77"/>
                </a:solidFill>
                <a:latin typeface="Microsoft YaHei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700784"/>
            <a:ext cx="4773168" cy="24796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机理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三个全向轮通常以120°布置，独立控制vx、vy、ω，是真正平面全向。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代表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Misaka直径100 mm、高50 mm；RSK直径约176 mm、710 g。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速度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两类平台公开最高平移速度均约200 mm/s。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控制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Arduino/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XBee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/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纸面微点阵，或Python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/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蓝牙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/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顶部ArUco视觉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精度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Misaka未报告整机轨迹误差；RSK视觉约3 mm/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像素，未报告路径RMSE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四轮麦克纳姆驱动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606C77"/>
                </a:solidFill>
                <a:latin typeface="Microsoft YaHei"/>
              </a:rPr>
              <a:t>四个带45°滚子的车轮可全向移动，但紧凑性和低速丝滑性较差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gdx_mecanum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87092"/>
            <a:ext cx="5074920" cy="3806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73952" y="1700784"/>
            <a:ext cx="4773168" cy="16958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机理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四轮滚子轴通常为±45°，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通过轮速组合独立生成vx、vy、ω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代表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LGDXRobot2约</a:t>
            </a:r>
            <a:r>
              <a:rPr lang="en-US" sz="1420" b="0" dirty="0">
                <a:solidFill>
                  <a:srgbClr val="252F39"/>
                </a:solidFill>
                <a:latin typeface="Microsoft YaHei"/>
              </a:rPr>
              <a:t>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240×240×134 mm；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速度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同类ROS底盘常见0.6–1.0 m/s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控制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STM32电机PID、编码器、IMU、ROS 2 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cmd_vel与外部定位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B3043"/>
                </a:solidFill>
                <a:latin typeface="Microsoft YaHei"/>
              </a:rPr>
              <a:t>球形滚动机器人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 dirty="0" err="1">
                <a:solidFill>
                  <a:srgbClr val="606C77"/>
                </a:solidFill>
                <a:latin typeface="Microsoft YaHei"/>
              </a:rPr>
              <a:t>开源ESP</a:t>
            </a:r>
            <a:r>
              <a:rPr sz="1220" b="0" dirty="0">
                <a:solidFill>
                  <a:srgbClr val="606C77"/>
                </a:solidFill>
                <a:latin typeface="Microsoft YaHei"/>
              </a:rPr>
              <a:t>-ROLL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99032"/>
            <a:ext cx="10771632" cy="22860"/>
          </a:xfrm>
          <a:prstGeom prst="rect">
            <a:avLst/>
          </a:prstGeom>
          <a:solidFill>
            <a:srgbClr val="10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sp_roll_body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48" y="1682496"/>
            <a:ext cx="420624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92531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06C77"/>
                </a:solidFill>
                <a:latin typeface="Microsoft YaHei"/>
              </a:rPr>
              <a:t>代表实物：ESP-ROLL（开源ESP32-CAM球形自平衡机器人）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700784"/>
            <a:ext cx="4773168" cy="21328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机理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透明球壳内置自平衡小车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/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摆杆机构，通过内部重心与轮组驱动球壳滚动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代表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ESP-ROLL为开源DIY平台；可使用100 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mm透明球壳，整机尺寸取决于球壳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速度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 err="1">
                <a:solidFill>
                  <a:srgbClr val="252F39"/>
                </a:solidFill>
                <a:latin typeface="Microsoft YaHei"/>
              </a:rPr>
              <a:t>教程未报告标定最高速度，主要面向遥控展示和FPV滚动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 dirty="0" err="1">
                <a:solidFill>
                  <a:srgbClr val="108B89"/>
                </a:solidFill>
                <a:latin typeface="Microsoft YaHei"/>
              </a:rPr>
              <a:t>控制</a:t>
            </a:r>
            <a:r>
              <a:rPr sz="1420" b="1" dirty="0">
                <a:solidFill>
                  <a:srgbClr val="108B89"/>
                </a:solidFill>
                <a:latin typeface="Microsoft YaHei"/>
              </a:rPr>
              <a:t>  </a:t>
            </a:r>
            <a:r>
              <a:rPr sz="1420" b="0" dirty="0">
                <a:solidFill>
                  <a:srgbClr val="252F39"/>
                </a:solidFill>
                <a:latin typeface="Microsoft YaHei"/>
              </a:rPr>
              <a:t>ESP32-CAM、Wi-Fi手机控制、3D打印结构与Arduino固件。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4DC45A3-8FB4-4A11-8300-0131879F7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68" y="747796"/>
            <a:ext cx="11965663" cy="546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7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230</Words>
  <Application>Microsoft Office PowerPoint</Application>
  <PresentationFormat>宽屏</PresentationFormat>
  <Paragraphs>30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Microsoft YaHei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康复桌面抓取目标微型移动机器人运动机理分类调研</dc:title>
  <dc:subject>差速、全向轮、麦克纳姆、球形与全向球驱动筛选</dc:subject>
  <dc:creator>石慧峰</dc:creator>
  <cp:keywords/>
  <dc:description>generated using python-pptx</dc:description>
  <cp:lastModifiedBy>huifeng Shi</cp:lastModifiedBy>
  <cp:revision>4</cp:revision>
  <dcterms:created xsi:type="dcterms:W3CDTF">2013-01-27T09:14:16Z</dcterms:created>
  <dcterms:modified xsi:type="dcterms:W3CDTF">2026-07-30T13:24:12Z</dcterms:modified>
  <cp:category/>
</cp:coreProperties>
</file>